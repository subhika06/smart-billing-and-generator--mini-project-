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DIGITAL BILLING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Presentation</a:t>
            </a:r>
          </a:p>
          <a:p/>
          <a:p>
            <a:r>
              <a:t>Presented by: Subhika.S</a:t>
            </a:r>
          </a:p>
          <a:p>
            <a:r>
              <a:t>Department: Electronics and Communication Engineering (ECE)</a:t>
            </a:r>
          </a:p>
          <a:p>
            <a:r>
              <a:t>Guide: Dr. K. Ambujam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transformation of traditional billing systems</a:t>
            </a:r>
          </a:p>
          <a:p>
            <a:r>
              <a:t>Reduces manual work and paper usage</a:t>
            </a:r>
          </a:p>
          <a:p>
            <a:r>
              <a:t>Improves accuracy, speed, and customer experience</a:t>
            </a:r>
          </a:p>
          <a:p>
            <a:r>
              <a:t>Widely used in retail stores, supermarkets, and businesses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billing is time-consuming</a:t>
            </a:r>
          </a:p>
          <a:p>
            <a:r>
              <a:t>High chances of human errors</a:t>
            </a:r>
          </a:p>
          <a:p>
            <a:r>
              <a:t>Difficult to maintain records</a:t>
            </a:r>
          </a:p>
          <a:p>
            <a:r>
              <a:t>Long queues and poor customer satisfaction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automate the billing process</a:t>
            </a:r>
          </a:p>
          <a:p>
            <a:r>
              <a:t>To reduce billing time</a:t>
            </a:r>
          </a:p>
          <a:p>
            <a:r>
              <a:t>To store and manage transaction data digitally</a:t>
            </a:r>
          </a:p>
          <a:p>
            <a:r>
              <a:t>To provide an efficient and user-friendly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or semi-automatic billing</a:t>
            </a:r>
          </a:p>
          <a:p>
            <a:r>
              <a:t>Paper-based bills</a:t>
            </a:r>
          </a:p>
          <a:p>
            <a:r>
              <a:t>High manpower requirement</a:t>
            </a:r>
          </a:p>
          <a:p>
            <a:r>
              <a:t>Data loss and calculation errors possible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digital and automated billing</a:t>
            </a:r>
          </a:p>
          <a:p>
            <a:r>
              <a:t>Generates electronic bills</a:t>
            </a:r>
          </a:p>
          <a:p>
            <a:r>
              <a:t>Fast and accurate calculations</a:t>
            </a:r>
          </a:p>
          <a:p>
            <a:r>
              <a:t>Easy data storage and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 (Billing Application)</a:t>
            </a:r>
          </a:p>
          <a:p>
            <a:r>
              <a:t>Product Database</a:t>
            </a:r>
          </a:p>
          <a:p>
            <a:r>
              <a:t>Billing &amp; Calculation Module</a:t>
            </a:r>
          </a:p>
          <a:p>
            <a:r>
              <a:t>Bill Generation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/ Laptop</a:t>
            </a:r>
          </a:p>
          <a:p>
            <a:r>
              <a:t>Barcode Scanner (optional)</a:t>
            </a:r>
          </a:p>
          <a:p>
            <a:r>
              <a:t>Printer (optional for hard copy)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Python</a:t>
            </a:r>
          </a:p>
          <a:p>
            <a:r>
              <a:t>Frontend: HTML / CSS</a:t>
            </a:r>
          </a:p>
          <a:p>
            <a:r>
              <a:t>Database: MySQL / SQLite</a:t>
            </a:r>
          </a:p>
          <a:p>
            <a:r>
              <a:t>Operating System: Windows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selects or scans product</a:t>
            </a:r>
          </a:p>
          <a:p>
            <a:r>
              <a:t>System fetches product details from database</a:t>
            </a:r>
          </a:p>
          <a:p>
            <a:r>
              <a:t>Total amount is calculated automatically</a:t>
            </a:r>
          </a:p>
          <a:p>
            <a:r>
              <a:t>Digital bill is generated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Saves time and effort</a:t>
            </a:r>
          </a:p>
          <a:p>
            <a:r>
              <a:t>Reduces paper usage</a:t>
            </a:r>
          </a:p>
          <a:p>
            <a:r>
              <a:t>Improves accuracy</a:t>
            </a:r>
          </a:p>
          <a:p>
            <a:r>
              <a:t>Easy record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Supermarkets</a:t>
            </a:r>
          </a:p>
          <a:p>
            <a:r>
              <a:t>Retail stores</a:t>
            </a:r>
          </a:p>
          <a:p>
            <a:r>
              <a:t>Shopping malls</a:t>
            </a:r>
          </a:p>
          <a:p>
            <a:r>
              <a:t>Restaurants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 integration</a:t>
            </a:r>
          </a:p>
          <a:p>
            <a:r>
              <a:t>Online payment options</a:t>
            </a:r>
          </a:p>
          <a:p>
            <a:r>
              <a:t>Cloud-based data storage</a:t>
            </a:r>
          </a:p>
          <a:p>
            <a:r>
              <a:t>AI-based sales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Digital Billing System improves billing efficiency</a:t>
            </a:r>
          </a:p>
          <a:p>
            <a:r>
              <a:t>Provides fast and reliable billing</a:t>
            </a:r>
          </a:p>
          <a:p>
            <a:r>
              <a:t>Useful for modern businesses</a:t>
            </a:r>
          </a:p>
          <a:p>
            <a:r>
              <a:t>Supports digital and paperless initiatives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valuable time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